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605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inhua-jiang/ai-coding-sandbox-example-on-window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D4E4DA"/>
          </a:solidFill>
          <a:ln w="12700">
            <a:solidFill>
              <a:srgbClr val="D4E4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3657600" cy="3657600"/>
          </a:xfrm>
          <a:prstGeom prst="ellipse">
            <a:avLst/>
          </a:prstGeom>
          <a:solidFill>
            <a:srgbClr val="84B59F">
              <a:alpha val="30000"/>
            </a:srgbClr>
          </a:solidFill>
          <a:ln w="12700">
            <a:solidFill>
              <a:srgbClr val="84B59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228600" cy="22860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051560" y="731520"/>
            <a:ext cx="228600" cy="228600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371600" y="731520"/>
            <a:ext cx="228600" cy="228600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C3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安全沙箱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Windows 上为 GitHub Copilot 与 Claude Code CLI 画一个圈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5120640"/>
            <a:ext cx="91440" cy="731520"/>
          </a:xfrm>
          <a:prstGeom prst="rect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1440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080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看不到 — 等于 — 动不了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486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用容器为 AI 工具划定可触达的资源边界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777240" y="457200"/>
            <a:ext cx="164592" cy="164592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005840" y="457200"/>
            <a:ext cx="164592" cy="164592"/>
          </a:xfrm>
          <a:prstGeom prst="ellipse">
            <a:avLst/>
          </a:prstGeom>
          <a:solidFill>
            <a:srgbClr val="D4E4DA"/>
          </a:solidFill>
          <a:ln w="12700">
            <a:solidFill>
              <a:srgbClr val="D4E4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3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本机直跑：AI agent 拿到的是你的全部权限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进程 = 你的宿主用户身份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02920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7A8A8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080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你的本机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697480"/>
            <a:ext cx="128016" cy="128016"/>
          </a:xfrm>
          <a:prstGeom prst="ellipse">
            <a:avLst/>
          </a:prstGeom>
          <a:solidFill>
            <a:srgbClr val="C97064"/>
          </a:solidFill>
          <a:ln w="12700">
            <a:solidFill>
              <a:srgbClr val="C970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6334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~/.ssh/id_rsa, known_hosts, config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3081528"/>
            <a:ext cx="128016" cy="128016"/>
          </a:xfrm>
          <a:prstGeom prst="ellipse">
            <a:avLst/>
          </a:prstGeom>
          <a:solidFill>
            <a:srgbClr val="C97064"/>
          </a:solidFill>
          <a:ln w="12700">
            <a:solidFill>
              <a:srgbClr val="C970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30175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~/.aws/credentials, ~/.gcloud/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465576"/>
            <a:ext cx="128016" cy="128016"/>
          </a:xfrm>
          <a:prstGeom prst="ellipse">
            <a:avLst/>
          </a:prstGeom>
          <a:solidFill>
            <a:srgbClr val="C97064"/>
          </a:solidFill>
          <a:ln w="12700">
            <a:solidFill>
              <a:srgbClr val="C970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34015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~/.kube/config, ~/.docker/config.json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3849624"/>
            <a:ext cx="128016" cy="128016"/>
          </a:xfrm>
          <a:prstGeom prst="ellipse">
            <a:avLst/>
          </a:prstGeom>
          <a:solidFill>
            <a:srgbClr val="C97064"/>
          </a:solidFill>
          <a:ln w="12700">
            <a:solidFill>
              <a:srgbClr val="C970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37856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~/.gitconfig（可能含 token）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4233672"/>
            <a:ext cx="128016" cy="128016"/>
          </a:xfrm>
          <a:prstGeom prst="ellipse">
            <a:avLst/>
          </a:prstGeom>
          <a:solidFill>
            <a:srgbClr val="C97064"/>
          </a:solidFill>
          <a:ln w="12700">
            <a:solidFill>
              <a:srgbClr val="C970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005840" y="41696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~/.npmrc（可能含 npm token）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4617720"/>
            <a:ext cx="128016" cy="128016"/>
          </a:xfrm>
          <a:prstGeom prst="ellipse">
            <a:avLst/>
          </a:prstGeom>
          <a:solidFill>
            <a:srgbClr val="C97064"/>
          </a:solidFill>
          <a:ln w="12700">
            <a:solidFill>
              <a:srgbClr val="C970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005840" y="45537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~/.zshrc, ~/Library/...（macOS 配置）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5001768"/>
            <a:ext cx="128016" cy="128016"/>
          </a:xfrm>
          <a:prstGeom prst="ellipse">
            <a:avLst/>
          </a:prstGeom>
          <a:solidFill>
            <a:srgbClr val="C97064"/>
          </a:solidFill>
          <a:ln w="12700">
            <a:solidFill>
              <a:srgbClr val="C970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005840" y="49377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任何你能读写的目录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5385816"/>
            <a:ext cx="128016" cy="128016"/>
          </a:xfrm>
          <a:prstGeom prst="ellipse">
            <a:avLst/>
          </a:prstGeom>
          <a:solidFill>
            <a:srgbClr val="C97064"/>
          </a:solidFill>
          <a:ln w="12700">
            <a:solidFill>
              <a:srgbClr val="C970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005840" y="532180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任何你能 kill 的进程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766560" y="2103120"/>
            <a:ext cx="4846320" cy="4023360"/>
          </a:xfrm>
          <a:prstGeom prst="roundRect">
            <a:avLst>
              <a:gd name="adj" fmla="val 2727"/>
            </a:avLst>
          </a:prstGeom>
          <a:solidFill>
            <a:srgbClr val="D4E4DA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94944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080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读取任意文件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4944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执行任意 shell 命令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944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发起任意网络请求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4944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修改任意你能写的文件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949440" y="4434840"/>
            <a:ext cx="4480560" cy="36576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94944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7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默认权限模型挡不住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49440" y="49377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只要 agent 决定去看 / 去做，宿主权限里能做的它都能做。Prompt 弹窗、auto-approve、--dangerously-skip-permissions 都会让边界形同虚设。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0" y="6629400"/>
            <a:ext cx="12161520" cy="36576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安全沙箱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777240" y="457200"/>
            <a:ext cx="164592" cy="164592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005840" y="457200"/>
            <a:ext cx="164592" cy="164592"/>
          </a:xfrm>
          <a:prstGeom prst="ellipse">
            <a:avLst/>
          </a:prstGeom>
          <a:solidFill>
            <a:srgbClr val="D4E4DA"/>
          </a:solidFill>
          <a:ln w="12700">
            <a:solidFill>
              <a:srgbClr val="D4E4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3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真实风险：四条已知的攻击 / 事故路径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已多次实战发生，不是理论威胁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4DA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73152" cy="1828800"/>
          </a:xfrm>
          <a:prstGeom prst="rect">
            <a:avLst/>
          </a:prstGeom>
          <a:solidFill>
            <a:srgbClr val="C97064"/>
          </a:solidFill>
          <a:ln w="12700">
            <a:solidFill>
              <a:srgbClr val="C970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457200" cy="457200"/>
          </a:xfrm>
          <a:prstGeom prst="ellipse">
            <a:avLst/>
          </a:prstGeom>
          <a:solidFill>
            <a:srgbClr val="C97064"/>
          </a:solidFill>
          <a:ln w="12700">
            <a:solidFill>
              <a:srgbClr val="C970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377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提示注入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78892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读到的 README、网页、依赖描述里藏指令，让它把 ~/.ssh/id_rsa 上传到攻击者服务器。2024-2025 已多起公开报道。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10312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4DA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73152" cy="1828800"/>
          </a:xfrm>
          <a:prstGeom prst="rect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446520" y="2331720"/>
            <a:ext cx="457200" cy="457200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465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95160" y="2377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供应链投毒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95160" y="278892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你装的第三方 MCP 服务器跑在宿主身份下、不走 agent 权限系统。被供应链投毒等于直接拿到你的全部凭据。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4DA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73152" cy="1828800"/>
          </a:xfrm>
          <a:prstGeom prst="rect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777240" y="4434840"/>
            <a:ext cx="457200" cy="457200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772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4480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推理失误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489204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你说"清理旧配置"，agent 路径解析错误，rm -rf 了别的目录。没有 prompt 拦截，伤害已经造成。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420624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4DA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217920" y="4206240"/>
            <a:ext cx="73152" cy="182880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446520" y="4434840"/>
            <a:ext cx="457200" cy="45720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44652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95160" y="4480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Over-approve 疲劳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95160" y="489204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权限弹窗连续弹 20 次后无脑点 Allow。某次它问"允许读 ~/.ssh/known_hosts 吗？"——你顺手批了。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61520" cy="36576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安全沙箱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777240" y="457200"/>
            <a:ext cx="164592" cy="164592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005840" y="457200"/>
            <a:ext cx="164592" cy="164592"/>
          </a:xfrm>
          <a:prstGeom prst="ellipse">
            <a:avLst/>
          </a:prstGeom>
          <a:solidFill>
            <a:srgbClr val="D4E4DA"/>
          </a:solidFill>
          <a:ln w="12700">
            <a:solidFill>
              <a:srgbClr val="D4E4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3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风险量化：你的使用方式决定暴露面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把场景说清楚，决策才有依据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64240" cy="502920"/>
          </a:xfrm>
          <a:prstGeom prst="rect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场景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本机直跑风险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15400" y="2103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加容器隔离后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E4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85800" y="260604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独自使用、无第三方 MCP、人工 review 弹窗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55080" y="2606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低-中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15400" y="2606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极低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11064240" cy="594360"/>
          </a:xfrm>
          <a:prstGeom prst="rect">
            <a:avLst/>
          </a:prstGeom>
          <a:solidFill>
            <a:srgbClr val="EFEAE1"/>
          </a:solidFill>
          <a:ln w="6350">
            <a:solidFill>
              <a:srgbClr val="D4E4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85800" y="320040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装了 2-3 个第三方 MCP server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55080" y="3200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9A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中-高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15400" y="32004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E4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--dangerously-skip-permissions / auto-approve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55080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15400" y="37947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389120"/>
            <a:ext cx="11064240" cy="594360"/>
          </a:xfrm>
          <a:prstGeom prst="rect">
            <a:avLst/>
          </a:prstGeom>
          <a:solidFill>
            <a:srgbClr val="EFEAE1"/>
          </a:solidFill>
          <a:ln w="6350">
            <a:solidFill>
              <a:srgbClr val="D4E4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85800" y="43891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跑陌生 prompt / 处理外部输入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55080" y="4389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915400" y="4389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中-低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983480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E4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85800" y="498348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 / CI 环境跑 agent 处理外部数据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55080" y="4983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极高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915400" y="49834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中（建议升级）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8521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D4E4DA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777240" y="58521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5080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结论：把 agent 放进容器、限定可见目录，绝大多数路径的风险都降到"低"或更低。这不是"更好"，是"质变"。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6629400"/>
            <a:ext cx="12161520" cy="36576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安全沙箱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777240" y="457200"/>
            <a:ext cx="164592" cy="164592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005840" y="457200"/>
            <a:ext cx="164592" cy="164592"/>
          </a:xfrm>
          <a:prstGeom prst="ellipse">
            <a:avLst/>
          </a:prstGeom>
          <a:solidFill>
            <a:srgbClr val="D4E4DA"/>
          </a:solidFill>
          <a:ln w="12700">
            <a:solidFill>
              <a:srgbClr val="D4E4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3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Windows 解决方案：容器 + 三层防护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 / Podman + WSL2 + VS Code Dev Containers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D4E4DA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080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Windows 宿主  →  WSL2 (Linux 内核)  →  Docker / Podman  →  Dev Container  →  Claude / Copilot Agent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11064240" cy="502920"/>
          </a:xfrm>
          <a:prstGeom prst="rect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3017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实现位置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3017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对 Claude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69680" y="30175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对 Copilot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4E4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080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920240" y="352044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容器层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Docker/Podman 运行时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0" y="35204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 — 内核级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69680" y="35204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 — 内核级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11064240" cy="960120"/>
          </a:xfrm>
          <a:prstGeom prst="rect">
            <a:avLst/>
          </a:prstGeom>
          <a:solidFill>
            <a:srgbClr val="EFEAE1"/>
          </a:solidFill>
          <a:ln w="6350">
            <a:solidFill>
              <a:srgbClr val="D4E4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40080" y="448056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080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920240" y="44805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 Bash / 终端沙箱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自身实现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43600" y="448056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9A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中-强 — bwrap 包子进程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869680" y="448056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7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 — 命令字符串拦截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4E4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40080" y="544068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080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920240" y="54406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 deny 规则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.claude/.vscode settings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43600" y="54406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9A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 — 覆盖所有内置工具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869680" y="544068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7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 — 仅终端命令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接下来三页：每层具体能防什么、不能防什么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6629400"/>
            <a:ext cx="12161520" cy="36576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安全沙箱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777240" y="457200"/>
            <a:ext cx="164592" cy="164592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005840" y="457200"/>
            <a:ext cx="164592" cy="164592"/>
          </a:xfrm>
          <a:prstGeom prst="ellipse">
            <a:avLst/>
          </a:prstGeom>
          <a:solidFill>
            <a:srgbClr val="D4E4DA"/>
          </a:solidFill>
          <a:ln w="12700">
            <a:solidFill>
              <a:srgbClr val="D4E4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3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 容器层：防什么 / 不防什么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对两个 agent 平等的最强防线 — 三层中唯一的内核级硬隔离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84B59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486400" cy="54864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防得住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2926080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读宿主 ~/.ssh、~/.aws、~/.gcloud 凭据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493008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51560" y="34472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 ~/.gitconfig、~/.npmrc 中的 token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059936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51560" y="401421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写宿主任意目录（工作区外）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626864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051560" y="458114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服务器以宿主身份访问任何资源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5193792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051560" y="514807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提示注入诱导 agent 跨出工作区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5760720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51560" y="57150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宿主上你的其他进程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5852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原理：物理上没挂进容器的路径，agent 根本看不见。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210312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9706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309360" y="2103120"/>
            <a:ext cx="5486400" cy="548640"/>
          </a:xfrm>
          <a:prstGeom prst="rect">
            <a:avLst/>
          </a:prstGeom>
          <a:solidFill>
            <a:srgbClr val="C97064"/>
          </a:solidFill>
          <a:ln w="12700">
            <a:solidFill>
              <a:srgbClr val="C970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537960" y="21031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 防不住 / 需配合其他层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537960" y="2926080"/>
            <a:ext cx="164592" cy="164592"/>
          </a:xfrm>
          <a:prstGeom prst="ellipse">
            <a:avLst/>
          </a:prstGeom>
          <a:solidFill>
            <a:srgbClr val="C97064"/>
          </a:solidFill>
          <a:ln w="12700">
            <a:solidFill>
              <a:srgbClr val="C970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812280" y="28803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工作区内文件本身的读写 → 看 L2/L3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37960" y="3493008"/>
            <a:ext cx="164592" cy="164592"/>
          </a:xfrm>
          <a:prstGeom prst="ellipse">
            <a:avLst/>
          </a:prstGeom>
          <a:solidFill>
            <a:srgbClr val="C97064"/>
          </a:solidFill>
          <a:ln w="12700">
            <a:solidFill>
              <a:srgbClr val="C970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812280" y="34472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工作区内网络请求 → 看 L2 / Copilot 自身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37960" y="4059936"/>
            <a:ext cx="164592" cy="164592"/>
          </a:xfrm>
          <a:prstGeom prst="ellipse">
            <a:avLst/>
          </a:prstGeom>
          <a:solidFill>
            <a:srgbClr val="C97064"/>
          </a:solidFill>
          <a:ln w="12700">
            <a:solidFill>
              <a:srgbClr val="C970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812280" y="401421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在容器内消耗 CPU/内存 → 配 cgroup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37960" y="4626864"/>
            <a:ext cx="164592" cy="164592"/>
          </a:xfrm>
          <a:prstGeom prst="ellipse">
            <a:avLst/>
          </a:prstGeom>
          <a:solidFill>
            <a:srgbClr val="C97064"/>
          </a:solidFill>
          <a:ln w="12700">
            <a:solidFill>
              <a:srgbClr val="C970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812280" y="458114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误删工作区内文件 → 看 L3 deny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37960" y="5852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不是"过滤器"，是"边界"——边界内的事归 L2/L3 管。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6629400"/>
            <a:ext cx="12161520" cy="36576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安全沙箱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777240" y="457200"/>
            <a:ext cx="164592" cy="164592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005840" y="457200"/>
            <a:ext cx="164592" cy="164592"/>
          </a:xfrm>
          <a:prstGeom prst="ellipse">
            <a:avLst/>
          </a:prstGeom>
          <a:solidFill>
            <a:srgbClr val="D4E4DA"/>
          </a:solidFill>
          <a:ln w="12700">
            <a:solidFill>
              <a:srgbClr val="D4E4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3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 内置 Bash 沙箱：防什么 / 不防什么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走内核 bwrap，Copilot 走扩展进程命令拦截 — 强度差很大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84B59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486400" cy="54864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防得住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2926080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Claude：Bash 子进程读 .env、core/src 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493008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51560" y="34472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Claude：Bash 子进程访问非白名单域名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059936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51560" y="401421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Claude：包括 npm/cmake/gcc 等所有子进程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626864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051560" y="458114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Copilot：run_in_terminal 字符串匹配过滤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5852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L2 = 内核 mount namespace + 网络代理。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210312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9706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309360" y="2103120"/>
            <a:ext cx="5486400" cy="548640"/>
          </a:xfrm>
          <a:prstGeom prst="rect">
            <a:avLst/>
          </a:prstGeom>
          <a:solidFill>
            <a:srgbClr val="C97064"/>
          </a:solidFill>
          <a:ln w="12700">
            <a:solidFill>
              <a:srgbClr val="C970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537960" y="21031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 防不住 / 需配合其他层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37960" y="2926080"/>
            <a:ext cx="164592" cy="164592"/>
          </a:xfrm>
          <a:prstGeom prst="ellipse">
            <a:avLst/>
          </a:prstGeom>
          <a:solidFill>
            <a:srgbClr val="C97064"/>
          </a:solidFill>
          <a:ln w="12700">
            <a:solidFill>
              <a:srgbClr val="C970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812280" y="28803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Claude：Read / Edit / Write 工具调用 → L3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3493008"/>
            <a:ext cx="164592" cy="164592"/>
          </a:xfrm>
          <a:prstGeom prst="ellipse">
            <a:avLst/>
          </a:prstGeom>
          <a:solidFill>
            <a:srgbClr val="C97064"/>
          </a:solidFill>
          <a:ln w="12700">
            <a:solidFill>
              <a:srgbClr val="C970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812280" y="34472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Claude：MCP 服务器在主进程内的访问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37960" y="4059936"/>
            <a:ext cx="164592" cy="164592"/>
          </a:xfrm>
          <a:prstGeom prst="ellipse">
            <a:avLst/>
          </a:prstGeom>
          <a:solidFill>
            <a:srgbClr val="C97064"/>
          </a:solidFill>
          <a:ln w="12700">
            <a:solidFill>
              <a:srgbClr val="C970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812280" y="401421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Copilot：readFile / grepSearch 等内置文件工具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37960" y="4626864"/>
            <a:ext cx="164592" cy="164592"/>
          </a:xfrm>
          <a:prstGeom prst="ellipse">
            <a:avLst/>
          </a:prstGeom>
          <a:solidFill>
            <a:srgbClr val="C97064"/>
          </a:solidFill>
          <a:ln w="12700">
            <a:solidFill>
              <a:srgbClr val="C970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812280" y="458114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Copilot：所有非终端工具（大部分操作）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37960" y="5852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macOS / WSL2-Podman：bwrap 静默降级，Claude L2 失效。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61520" cy="36576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安全沙箱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777240" y="457200"/>
            <a:ext cx="164592" cy="164592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005840" y="457200"/>
            <a:ext cx="164592" cy="164592"/>
          </a:xfrm>
          <a:prstGeom prst="ellipse">
            <a:avLst/>
          </a:prstGeom>
          <a:solidFill>
            <a:srgbClr val="D4E4DA"/>
          </a:solidFill>
          <a:ln w="12700">
            <a:solidFill>
              <a:srgbClr val="D4E4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3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 内置 deny 规则：防什么 / 不防什么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工具调用入口的应用层防线 — Claude 全覆盖，Copilot 几乎只是"反垃圾命令"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84B59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486400" cy="54864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防得住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2926080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Claude：Read/Edit/Write 读写敏感路径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493008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51560" y="34472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Claude：Grep/Glob 搜索敏感路径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059936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51560" y="401421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Claude：Bash 子进程的 denyRead/denyWrite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626864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051560" y="458114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Claude：MCP 工具（如果走 permissions 系统）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5193792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051560" y="514807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Copilot：run_in_terminal 的 cat .env 类命令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5852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L3 = 工具调用前由 Claude 自身评估 deny 规则。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09360" y="210312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97064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309360" y="2103120"/>
            <a:ext cx="5486400" cy="548640"/>
          </a:xfrm>
          <a:prstGeom prst="rect">
            <a:avLst/>
          </a:prstGeom>
          <a:solidFill>
            <a:srgbClr val="C97064"/>
          </a:solidFill>
          <a:ln w="12700">
            <a:solidFill>
              <a:srgbClr val="C970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537960" y="21031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 防不住 / 需配合其他层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537960" y="2926080"/>
            <a:ext cx="164592" cy="164592"/>
          </a:xfrm>
          <a:prstGeom prst="ellipse">
            <a:avLst/>
          </a:prstGeom>
          <a:solidFill>
            <a:srgbClr val="C97064"/>
          </a:solidFill>
          <a:ln w="12700">
            <a:solidFill>
              <a:srgbClr val="C970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812280" y="28803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Claude：未走 permissions 的工具调用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37960" y="3493008"/>
            <a:ext cx="164592" cy="164592"/>
          </a:xfrm>
          <a:prstGeom prst="ellipse">
            <a:avLst/>
          </a:prstGeom>
          <a:solidFill>
            <a:srgbClr val="C97064"/>
          </a:solidFill>
          <a:ln w="12700">
            <a:solidFill>
              <a:srgbClr val="C970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812280" y="34472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Copilot：readFile（绕过所有 denyRead）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37960" y="4059936"/>
            <a:ext cx="164592" cy="164592"/>
          </a:xfrm>
          <a:prstGeom prst="ellipse">
            <a:avLst/>
          </a:prstGeom>
          <a:solidFill>
            <a:srgbClr val="C97064"/>
          </a:solidFill>
          <a:ln w="12700">
            <a:solidFill>
              <a:srgbClr val="C970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812280" y="401421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Copilot：grepSearch、listDir 等内置文件工具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37960" y="4626864"/>
            <a:ext cx="164592" cy="164592"/>
          </a:xfrm>
          <a:prstGeom prst="ellipse">
            <a:avLst/>
          </a:prstGeom>
          <a:solidFill>
            <a:srgbClr val="C97064"/>
          </a:solidFill>
          <a:ln w="12700">
            <a:solidFill>
              <a:srgbClr val="C970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812280" y="458114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Copilot：实质上不防 Copilot 读文件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37960" y="5852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 Copilot 读敏感文件，只能靠 L1 不挂载。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6629400"/>
            <a:ext cx="12161520" cy="36576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安全沙箱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777240" y="457200"/>
            <a:ext cx="164592" cy="164592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005840" y="457200"/>
            <a:ext cx="164592" cy="164592"/>
          </a:xfrm>
          <a:prstGeom prst="ellipse">
            <a:avLst/>
          </a:prstGeom>
          <a:solidFill>
            <a:srgbClr val="D4E4DA"/>
          </a:solidFill>
          <a:ln w="12700">
            <a:solidFill>
              <a:srgbClr val="D4E4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3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上手：三步走 — 细节在代码仓库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实现可以参考 README + .devcontainer/ + images/</a:t>
            </a:r>
            <a:r>
              <a:rPr lang="en-US" sz="1400" i="1" dirty="0" err="1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400" i="1" dirty="0">
              <a:solidFill>
                <a:srgbClr val="7A8A8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i="1" dirty="0">
              <a:solidFill>
                <a:srgbClr val="7A8A8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400" dirty="0">
                <a:hlinkClick r:id="rId3"/>
              </a:rPr>
              <a:t>https://github.com/binhua-jiang/ai-coding-sandbox-example-on-windows</a:t>
            </a:r>
            <a:r>
              <a:rPr lang="zh-CN" altLang="en-US" sz="1400" dirty="0"/>
              <a:t> 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37360" y="2286000"/>
            <a:ext cx="1188720" cy="118872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737360" y="22860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4E4DA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85800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080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Clone 仓库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43891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拉取本仓库到本地，里面已经准备好 Dockerfile、devcontainer.json、L3 规则文件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605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9A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5577840" y="2286000"/>
            <a:ext cx="1188720" cy="118872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577840" y="22860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4389120" y="365760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4E4DA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526280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080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配置 .env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17720" y="43891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.env.example .env</a:t>
            </a:r>
            <a:endParaRPr lang="en-US" sz="11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填入 ANTHROPIC_AUTH_TOKEN 即可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0100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9A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9418320" y="2286000"/>
            <a:ext cx="1188720" cy="118872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418320" y="22860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8229600" y="365760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4E4DA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366760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080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Reopen in Container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58200" y="43891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→ Dev Containers: Reopen in Container</a:t>
            </a:r>
            <a:endParaRPr lang="en-US" sz="11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2C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容器自动构建、自动跑 setup.sh、自动打印 L1-L3 状态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7607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D4E4DA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7724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80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详细实现（Dockerfile、wrapper、deny 规则、UID 对齐等）见仓库 README.md 和 .devcontainer/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6126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  ·  .devcontainer/devcontainer.json  ·  .devcontainer/setup.sh  ·  .claude/settings.json  ·  images/Dockerfile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629400"/>
            <a:ext cx="12161520" cy="36576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安全沙箱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D4E4DA"/>
          </a:solidFill>
          <a:ln w="12700">
            <a:solidFill>
              <a:srgbClr val="D4E4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84B59F">
              <a:alpha val="30000"/>
            </a:srgbClr>
          </a:solidFill>
          <a:ln w="12700">
            <a:solidFill>
              <a:srgbClr val="84B59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228600" cy="22860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051560" y="731520"/>
            <a:ext cx="228600" cy="228600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371600" y="731520"/>
            <a:ext cx="228600" cy="228600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5080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常被问到的几个问题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320040" cy="32004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WSL2 上 L2 降级了，要不要放弃整套方案？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446227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不用。L1 是真正的边界，L3 对 Claude 的内置工具仍然全覆盖。降级只影响 Bash 子进程的内核隔离。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937760"/>
            <a:ext cx="320040" cy="32004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31520" y="4937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4892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为什么不建议用 --dangerously-skip-permissions？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523951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它绕过 L3 几乎所有提示与 deny 检查，但不影响 L1 和 L2。代价是 agent 在容器内任意工具调用都不再被询问——必须确认 L1 边界真的严，否则等于裸跑。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5715000"/>
            <a:ext cx="320040" cy="32004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31520" y="5715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.env 怎么防 Copilot？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601675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技术上挡不住——Copilot 的 readFile 绕开所有 L3 规则。务实做法：真凭据不要放工作区任何文件，改用 secret manager 或容器启动时通过 env 注入。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36576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安全沙箱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941</Words>
  <Application>Microsoft Macintosh PowerPoint</Application>
  <PresentationFormat>宽屏</PresentationFormat>
  <Paragraphs>184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安全沙箱</dc:title>
  <dc:subject>PptxGenJS Presentation</dc:subject>
  <dc:creator>AI Sandbox Demo</dc:creator>
  <cp:lastModifiedBy>Binhua Jiang</cp:lastModifiedBy>
  <cp:revision>2</cp:revision>
  <dcterms:created xsi:type="dcterms:W3CDTF">2026-06-04T10:08:57Z</dcterms:created>
  <dcterms:modified xsi:type="dcterms:W3CDTF">2026-06-04T10:14:20Z</dcterms:modified>
</cp:coreProperties>
</file>